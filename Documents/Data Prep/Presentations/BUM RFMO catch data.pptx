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4" r:id="rId4"/>
    <p:sldId id="265" r:id="rId5"/>
    <p:sldId id="263" r:id="rId6"/>
    <p:sldId id="266" r:id="rId7"/>
    <p:sldId id="267" r:id="rId8"/>
    <p:sldId id="268" r:id="rId9"/>
    <p:sldId id="260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79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28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4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0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7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4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32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8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77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8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41801-0251-4930-A5F9-203EA8FB0B7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C62F5-5B95-4A2D-9157-FB010463F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6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F50C1-3B23-41D9-A547-45206127C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22119"/>
            <a:ext cx="10363200" cy="1706881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Pacific blue marlin catch and size data from RFMOs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E300B-810C-4725-A179-008D63217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0480" y="3901440"/>
            <a:ext cx="9144000" cy="79009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3200" b="1" dirty="0"/>
              <a:t>Catch: longline - WCPFC + IATTC; purse seine- IATTC</a:t>
            </a:r>
          </a:p>
          <a:p>
            <a:pPr algn="l"/>
            <a:r>
              <a:rPr lang="en-US" sz="3200" b="1" dirty="0"/>
              <a:t>Size: purse seine - IATTC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492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EE633-2205-4F42-9906-5944BE3D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85447"/>
            <a:ext cx="10515600" cy="79311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Historical longline catches of BUM by RFMOs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FB774-DD80-46B7-82F3-3801520F5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270000"/>
            <a:ext cx="11030311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85FB40-7957-430A-9CC6-CF07347823F5}"/>
              </a:ext>
            </a:extLst>
          </p:cNvPr>
          <p:cNvSpPr txBox="1"/>
          <p:nvPr/>
        </p:nvSpPr>
        <p:spPr>
          <a:xfrm>
            <a:off x="1330960" y="1341120"/>
            <a:ext cx="6062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the catch from the US, Taiwan, and Japan;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catches from the overlap area in the IATTC dataset;</a:t>
            </a:r>
          </a:p>
        </p:txBody>
      </p:sp>
    </p:spTree>
    <p:extLst>
      <p:ext uri="{BB962C8B-B14F-4D97-AF65-F5344CB8AC3E}">
        <p14:creationId xmlns:p14="http://schemas.microsoft.com/office/powerpoint/2010/main" val="2855471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9EECF4-EBD5-400A-87B6-E99C1125EFFF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273885"/>
            <a:ext cx="10805160" cy="5486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33912B4-7EB1-4CA7-8115-A9E07882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85447"/>
            <a:ext cx="10515600" cy="79311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Historical longline catches of BUM in WCPFC by flags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1789B4-8C3C-428F-A49B-75FE3FAC83F2}"/>
              </a:ext>
            </a:extLst>
          </p:cNvPr>
          <p:cNvSpPr txBox="1"/>
          <p:nvPr/>
        </p:nvSpPr>
        <p:spPr>
          <a:xfrm>
            <a:off x="1330960" y="1341120"/>
            <a:ext cx="6062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the catch from the US, Taiwan, and Japan;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catches from the overlap area in the IATTC dataset;</a:t>
            </a:r>
          </a:p>
        </p:txBody>
      </p:sp>
    </p:spTree>
    <p:extLst>
      <p:ext uri="{BB962C8B-B14F-4D97-AF65-F5344CB8AC3E}">
        <p14:creationId xmlns:p14="http://schemas.microsoft.com/office/powerpoint/2010/main" val="2033922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9F8846-5B3B-494C-8121-3B3640A08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33" y="1269397"/>
            <a:ext cx="10703653" cy="532504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11A2A43-A472-4C89-945F-35173DBB4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85447"/>
            <a:ext cx="10754360" cy="79311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Historical longline catches of BUM in IATTC by flags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3D47C-CEBA-4D71-AEBB-AC74CCA07A45}"/>
              </a:ext>
            </a:extLst>
          </p:cNvPr>
          <p:cNvSpPr txBox="1"/>
          <p:nvPr/>
        </p:nvSpPr>
        <p:spPr>
          <a:xfrm>
            <a:off x="1330960" y="1341120"/>
            <a:ext cx="502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Remove the catch from the US, Taiwan, and Japan</a:t>
            </a:r>
          </a:p>
        </p:txBody>
      </p:sp>
    </p:spTree>
    <p:extLst>
      <p:ext uri="{BB962C8B-B14F-4D97-AF65-F5344CB8AC3E}">
        <p14:creationId xmlns:p14="http://schemas.microsoft.com/office/powerpoint/2010/main" val="299981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E95D81-00A2-4B98-95DC-20B47FAE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40" y="1239532"/>
            <a:ext cx="10815320" cy="54864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D562E30-5983-4A59-8E36-51A202DC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85447"/>
            <a:ext cx="10754360" cy="79311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Historical purse seine catches of BUM in IATTC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CFEAF-3146-4351-92DD-CCE05EA869DE}"/>
              </a:ext>
            </a:extLst>
          </p:cNvPr>
          <p:cNvSpPr txBox="1"/>
          <p:nvPr/>
        </p:nvSpPr>
        <p:spPr>
          <a:xfrm>
            <a:off x="1330960" y="1341120"/>
            <a:ext cx="502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Remove the catch from the US, Taiwan, and Japan</a:t>
            </a:r>
          </a:p>
        </p:txBody>
      </p:sp>
    </p:spTree>
    <p:extLst>
      <p:ext uri="{BB962C8B-B14F-4D97-AF65-F5344CB8AC3E}">
        <p14:creationId xmlns:p14="http://schemas.microsoft.com/office/powerpoint/2010/main" val="3841310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DDFB44-3B61-41BE-840E-6F486B0A3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08" y="1219200"/>
            <a:ext cx="11027984" cy="54864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9BF0D6E-09A0-46BD-A6BE-EB33028D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85447"/>
            <a:ext cx="10754360" cy="79311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Historical purse seine catches of BUM in IATTC by flags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5C5DB-C1CE-43D1-931B-90E11A032CD8}"/>
              </a:ext>
            </a:extLst>
          </p:cNvPr>
          <p:cNvSpPr txBox="1"/>
          <p:nvPr/>
        </p:nvSpPr>
        <p:spPr>
          <a:xfrm>
            <a:off x="1330960" y="1341120"/>
            <a:ext cx="502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Remove the catch from the US, Taiwan, and Japan</a:t>
            </a:r>
          </a:p>
        </p:txBody>
      </p:sp>
    </p:spTree>
    <p:extLst>
      <p:ext uri="{BB962C8B-B14F-4D97-AF65-F5344CB8AC3E}">
        <p14:creationId xmlns:p14="http://schemas.microsoft.com/office/powerpoint/2010/main" val="419199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4E2D7E-FAE0-4703-A967-07FA3A22B8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82" r="18334"/>
          <a:stretch/>
        </p:blipFill>
        <p:spPr>
          <a:xfrm>
            <a:off x="1369499" y="782169"/>
            <a:ext cx="8851703" cy="60658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1D1D1E-B7D4-45D0-8726-47BCE7BB65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583" t="39864" r="8917" b="42712"/>
          <a:stretch/>
        </p:blipFill>
        <p:spPr>
          <a:xfrm>
            <a:off x="10383520" y="4433545"/>
            <a:ext cx="1361440" cy="138813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42C5C87-7751-4CB6-92D9-B1A83531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20" y="67321"/>
            <a:ext cx="10754360" cy="7397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Maps of BUM longline catch in the Pacific for both RFMOs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6BC8D-4C75-4279-BE34-451CB1E4C1CD}"/>
              </a:ext>
            </a:extLst>
          </p:cNvPr>
          <p:cNvSpPr txBox="1"/>
          <p:nvPr/>
        </p:nvSpPr>
        <p:spPr>
          <a:xfrm>
            <a:off x="3870960" y="5902960"/>
            <a:ext cx="6062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the catch from the US, Taiwan, and Japan;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catches from the overlap area in the IATTC dataset;</a:t>
            </a:r>
          </a:p>
        </p:txBody>
      </p:sp>
    </p:spTree>
    <p:extLst>
      <p:ext uri="{BB962C8B-B14F-4D97-AF65-F5344CB8AC3E}">
        <p14:creationId xmlns:p14="http://schemas.microsoft.com/office/powerpoint/2010/main" val="689644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576C08-0416-48FE-946C-FAA82746DE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875"/>
          <a:stretch/>
        </p:blipFill>
        <p:spPr>
          <a:xfrm>
            <a:off x="534711" y="959471"/>
            <a:ext cx="10740736" cy="57367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FE9574-FBC8-4AF4-B821-F447C5E7D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652" t="38010" b="43058"/>
          <a:stretch/>
        </p:blipFill>
        <p:spPr>
          <a:xfrm>
            <a:off x="11275447" y="4136605"/>
            <a:ext cx="862351" cy="127927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1C1AB55-4794-40C3-9273-DBCE17F42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20" y="219721"/>
            <a:ext cx="10754360" cy="73975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Maps of BUM purse seine catch in IATTC area</a:t>
            </a:r>
          </a:p>
        </p:txBody>
      </p:sp>
    </p:spTree>
    <p:extLst>
      <p:ext uri="{BB962C8B-B14F-4D97-AF65-F5344CB8AC3E}">
        <p14:creationId xmlns:p14="http://schemas.microsoft.com/office/powerpoint/2010/main" val="4005051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C9A72D-BCCD-4A3E-BB2F-83CA430E10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54" r="9167" b="4335"/>
          <a:stretch/>
        </p:blipFill>
        <p:spPr>
          <a:xfrm>
            <a:off x="416560" y="1093317"/>
            <a:ext cx="11185144" cy="5606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7EE0A0-4762-4B85-A25D-16D317AEBC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3" t="38523" r="11167" b="42545"/>
          <a:stretch/>
        </p:blipFill>
        <p:spPr>
          <a:xfrm>
            <a:off x="10363200" y="5180273"/>
            <a:ext cx="1412240" cy="143768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DD17E16-87B7-40D6-9C34-A34CA79A6098}"/>
              </a:ext>
            </a:extLst>
          </p:cNvPr>
          <p:cNvSpPr txBox="1">
            <a:spLocks/>
          </p:cNvSpPr>
          <p:nvPr/>
        </p:nvSpPr>
        <p:spPr>
          <a:xfrm>
            <a:off x="718820" y="240041"/>
            <a:ext cx="10754360" cy="739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+mn-lt"/>
              </a:rPr>
              <a:t>Maps of BUM longline catch in the Pacific for both RFMOs by flags</a:t>
            </a:r>
          </a:p>
        </p:txBody>
      </p:sp>
    </p:spTree>
    <p:extLst>
      <p:ext uri="{BB962C8B-B14F-4D97-AF65-F5344CB8AC3E}">
        <p14:creationId xmlns:p14="http://schemas.microsoft.com/office/powerpoint/2010/main" val="3510666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5DB967B-1750-4279-BE8B-115658F086DF}"/>
              </a:ext>
            </a:extLst>
          </p:cNvPr>
          <p:cNvSpPr txBox="1">
            <a:spLocks/>
          </p:cNvSpPr>
          <p:nvPr/>
        </p:nvSpPr>
        <p:spPr>
          <a:xfrm>
            <a:off x="718820" y="280682"/>
            <a:ext cx="10754360" cy="739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+mn-lt"/>
              </a:rPr>
              <a:t>Maps of BUM purse seine catch in the Pacific in IATTC area by flags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3E647-E6C3-4834-ABF4-D01F84BE0F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8" r="16144"/>
          <a:stretch/>
        </p:blipFill>
        <p:spPr>
          <a:xfrm>
            <a:off x="2712720" y="1035672"/>
            <a:ext cx="6177280" cy="5698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EA9695-31C7-4301-80F7-C1A808D9E2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240" t="39318" r="6298" b="41784"/>
          <a:stretch/>
        </p:blipFill>
        <p:spPr>
          <a:xfrm>
            <a:off x="8899876" y="4884660"/>
            <a:ext cx="1065530" cy="152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49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FC78-C36F-43A9-95C5-1BB85173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BUM size data from observer purse-seine data in the EPO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DCF95F-167B-43B2-BE36-23BC295E0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99" y="1594610"/>
            <a:ext cx="10192722" cy="507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47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669</TotalTime>
  <Words>231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Pacific blue marlin catch and size data from RFMOs</vt:lpstr>
      <vt:lpstr>Historical longline catches of BUM by RFMOs</vt:lpstr>
      <vt:lpstr>Historical longline catches of BUM in WCPFC by flags</vt:lpstr>
      <vt:lpstr>Historical longline catches of BUM in IATTC by flags</vt:lpstr>
      <vt:lpstr>Historical purse seine catches of BUM in IATTC</vt:lpstr>
      <vt:lpstr>Historical purse seine catches of BUM in IATTC by flags </vt:lpstr>
      <vt:lpstr>Maps of BUM longline catch in the Pacific for both RFMOs</vt:lpstr>
      <vt:lpstr>Maps of BUM purse seine catch in IATTC area</vt:lpstr>
      <vt:lpstr>PowerPoint Presentation</vt:lpstr>
      <vt:lpstr>PowerPoint Presentation</vt:lpstr>
      <vt:lpstr>BUM size data from observer purse-seine data in the EPO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Jhen</dc:creator>
  <cp:lastModifiedBy>Jhen</cp:lastModifiedBy>
  <cp:revision>27</cp:revision>
  <dcterms:created xsi:type="dcterms:W3CDTF">2026-01-09T00:30:22Z</dcterms:created>
  <dcterms:modified xsi:type="dcterms:W3CDTF">2026-01-09T11:42:52Z</dcterms:modified>
</cp:coreProperties>
</file>